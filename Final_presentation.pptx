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riya Fathima" userId="5b78905ea6668905" providerId="LiveId" clId="{1569AF1D-6E5F-4A93-8E25-656E73A50423}"/>
    <pc:docChg chg="addSld">
      <pc:chgData name="Sariya Fathima" userId="5b78905ea6668905" providerId="LiveId" clId="{1569AF1D-6E5F-4A93-8E25-656E73A50423}" dt="2026-06-25T05:27:18.076" v="0" actId="680"/>
      <pc:docMkLst>
        <pc:docMk/>
      </pc:docMkLst>
      <pc:sldChg chg="new">
        <pc:chgData name="Sariya Fathima" userId="5b78905ea6668905" providerId="LiveId" clId="{1569AF1D-6E5F-4A93-8E25-656E73A50423}" dt="2026-06-25T05:27:18.076" v="0" actId="680"/>
        <pc:sldMkLst>
          <pc:docMk/>
          <pc:sldMk cId="2417663486" sldId="256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8E04DF-0593-5571-DAFE-8CE1AFAFBB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10BE42-9DDD-22D8-D196-FB96C49941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C8FEE3-381D-88E6-FE45-56042D73D9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3171F-7959-46FF-8836-A3DB6FAB0922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FBE3B7-D62F-D621-32F9-3B226F895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DCD715-A33E-7C7A-F2BA-825D6A5134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63546-84AA-428F-91B6-71B9DBC512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19283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F385C8-B06B-8052-787C-59070E89E4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91E89E-D142-A449-39FF-EEAFDD34F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87ACE3-066C-4182-74F8-70630337A4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3171F-7959-46FF-8836-A3DB6FAB0922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781E07-CC7A-BEBD-E0AB-40312ECFEC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D0E439-80F0-830B-8F38-4842275DB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63546-84AA-428F-91B6-71B9DBC512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98131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005516-5CA2-C638-7649-52C515CCC3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FDCF2A-4FB6-DC6F-615C-4E16A1CE2E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2F2298-E52E-0654-B185-A71D50D55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3171F-7959-46FF-8836-A3DB6FAB0922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AB3BE3-9D88-4ABE-B5E3-17DE3CFC66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952357-D7A1-45B1-363F-C6E4531478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63546-84AA-428F-91B6-71B9DBC512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88106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B9F5F1-B9CE-D8CB-85C4-DEFAD7D64B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1DA028-ADAA-6801-A8A8-179D578EB3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A796B8-4E32-A740-6FA5-3BFCB16A9C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44732F-A632-E8B5-64CF-B80F2CCF1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3171F-7959-46FF-8836-A3DB6FAB0922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88E055-F006-06A5-6478-E956B89C6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C0D154-5472-6448-F5F1-0EEDDBBBC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63546-84AA-428F-91B6-71B9DBC512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99060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66BA43-4225-5107-1ADF-CEC460952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D4B3EA-DBEC-076F-6736-6683515B6F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072B45-924F-6DED-FCDA-7EA44FF2E7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F2DB2B-AFB5-94EA-3E7D-5896596E09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8CC7FF5-6CBD-0E75-4EF8-06EBA0B705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F01CF8-A366-0AFC-2F53-B9F75692E7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3171F-7959-46FF-8836-A3DB6FAB0922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A4BEC14-1ACD-42F3-B80F-A2C0C12B4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0BDEEB-C6ED-EAC7-D427-B460A119E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63546-84AA-428F-91B6-71B9DBC512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97253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9AB2AC-8326-62AF-4D71-060BBF31B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1F968A-7243-CB26-AD13-6364DE87A7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3171F-7959-46FF-8836-A3DB6FAB0922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4C779B-723E-B54F-5B88-BEFC9DC179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F70FFF-ECFB-D990-726D-BFB159BF3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63546-84AA-428F-91B6-71B9DBC512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11670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6B2AF9F-0A2D-F83A-66C8-9F950D6AD0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3171F-7959-46FF-8836-A3DB6FAB0922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52CF45-A2A2-9C9A-AA06-57168DD91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071223-D142-27B7-BE9E-A724ACF5A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63546-84AA-428F-91B6-71B9DBC512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79265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A6D3A4-C429-F57D-0B3A-A81463E000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9F8341-17FB-51CB-1C59-6F9C578EC9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0EE6D9-6965-9B2B-CA47-30F22BD4F1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D7359C-D24D-6070-E8F8-2A38CC0E7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3171F-7959-46FF-8836-A3DB6FAB0922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294C6B-8BC8-B44C-409C-293D40F0C1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1453EC-6980-2223-C4F8-32519B6E4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63546-84AA-428F-91B6-71B9DBC512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99691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47EFEB-36AB-331F-8397-2EBA039E2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BCAB5AD-9F6D-B5F1-D6EC-75E81F1CDA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47DAF4-F3E5-52D4-09EA-1D9F3F71B1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65D952-E78B-4B0B-E3D2-8E93B4EDC9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3171F-7959-46FF-8836-A3DB6FAB0922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D1C911-653C-D968-2DFF-2A6C81580F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B0BF41-902D-D72D-E7C7-AE2BFF2776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63546-84AA-428F-91B6-71B9DBC512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73309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C48288-52EE-D75C-7B93-978D83537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971886-7E97-C234-6F4D-AC50A428A3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01E4DA-1A32-C6B0-277D-FEA87F0E9C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3171F-7959-46FF-8836-A3DB6FAB0922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BB6081-36A5-EF1A-E93B-6E7E47EF3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1D334B-58CE-8706-C988-C9A222BF7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63546-84AA-428F-91B6-71B9DBC512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53751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76599F-9C6B-49A6-1480-96B7B051C0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0F0ED3-E8D5-ECDA-1A8C-D21EEEAAF1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20ED66-471F-45FC-CC57-6595BD6AA4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3171F-7959-46FF-8836-A3DB6FAB0922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4C0910-E4A0-E64A-6076-69FBE5E3C0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2F494D-471D-485B-D51E-2D67C7DBA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63546-84AA-428F-91B6-71B9DBC512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46506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FAD916D-7193-BF14-E861-854F8C1DD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F58762-0310-88C2-DE3A-C9C33FC06C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D976FA-E655-8E7E-23CB-CD18E77DD0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53171F-7959-46FF-8836-A3DB6FAB0922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1800DA-2E0F-9959-80F2-2F6F2F5487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C8F141-3C2F-1000-8520-5DC122D1D4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963546-84AA-428F-91B6-71B9DBC512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0338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5EA67-17C2-F3DD-AB43-549EF7A4D3E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93011B-30C0-FC7E-1F5B-43BE12D9F1D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76634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Sariya Fathima</dc:creator>
  <cp:lastModifiedBy>Sariya Fathima</cp:lastModifiedBy>
  <cp:revision>1</cp:revision>
  <dcterms:created xsi:type="dcterms:W3CDTF">2026-06-25T05:26:58Z</dcterms:created>
  <dcterms:modified xsi:type="dcterms:W3CDTF">2026-06-25T05:27:27Z</dcterms:modified>
</cp:coreProperties>
</file>