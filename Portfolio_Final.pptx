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DB5E-478A-244C-3C6F-D8B625D87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F3157-BFF6-42F0-3D32-17291534B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DEB69-FF5E-9035-167E-074CA5B3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1379A-C6D7-B5A9-9969-8E4C20A7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D8062-1D5F-2212-3C92-8C3766C8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22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4A1BE-934D-BC2C-FAE1-5D91990C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9F99B-07CA-CFF9-086A-3B2C22660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25ACC-B896-B220-1D03-909BA357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F3108-0E09-E747-983B-1512F94C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CA5AE-7923-6059-BA32-1EE9C9C2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05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1DF0-493A-F436-AC42-60FC4715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7101C-AB0F-CD8D-91E6-B6B630FC8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BD63C-DEB8-5705-6A42-90404B0E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0C769-65AC-70D5-0C60-CBD801A81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234A4-FCEF-D592-F977-570511FB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126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1C4B-2856-7007-D681-7277EC52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D983-2989-1354-599B-4900B8B32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2EA9A-D388-546C-ECA5-811718753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398B8-FACE-6D1F-F8AB-949F3BA0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56C9F-3D0F-A371-6F1C-A3F88BBC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70496-593B-067B-DA1F-DE434842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029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00C2-23CE-193D-A6A8-FD5C4D81E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59434-2927-C57E-00FC-A13415083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1511A-8EF8-25F8-2967-4CC0963AD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53C29-E75D-6171-0FB4-2CDF0BA75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AE951-90DB-9781-5750-66748E1CF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B31A50-2069-1946-039C-0A68D802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B37D9-F6D5-BDEB-6558-53735EFCF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93FBA-2D05-7F3C-57CD-A6EE78B4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51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BE50-4FF3-F701-AB83-B4B5B595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EC454-6DEF-A475-5EE3-5385B24C6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580F1-55D3-6420-B7A0-61A0EAA2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D738A-23DF-4888-C1CF-98B0C103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09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E697CD-F89F-4AC7-DE04-3E878423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8F4C0-A025-A05B-5FF1-CCD8E462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8C207-2BAC-6DE6-0567-BE9BC7B9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32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77D4A-BF1F-6186-4016-B150C640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F09FB-8A0B-AEEE-99E2-44F0F5646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CB272-BE7D-3BAA-B879-EB5EFF3E2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7C06E-4604-BF54-5BBD-244931AE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5B1DE-4132-9787-5111-013CA6D8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F7073-6A86-8B6A-ADB9-69CB6F01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895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3EDF-0D65-EF4B-D97A-F96030D2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429172-3264-121F-03AD-9477B4FAC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60F16-20A5-95E5-8573-D5CE8C104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0E40-C6E4-6B12-4719-F5DEBF359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7B83D-542C-4BBF-6696-47E7973B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8D801-FC4F-8C32-D0E9-1DC659DB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07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1EB7-C798-4AC3-FDDE-DF35F1E36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33FA4-2CF2-F9FF-0D66-6D38698BC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5788D-517C-EAE3-D495-71D64A97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0B014-F101-4DD9-1C83-7308FBF9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94D02-8B0E-2751-11EA-3943EE55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26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51D72-89C3-797C-6DEF-A088C29A4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20FC5-FF4A-6ACF-A09B-942D530EB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99EBD-9C5E-D47C-C21A-563BE6C7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F671A-08CF-89F7-A96B-E3C5327F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16E24-0101-15EC-4925-C99037B07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146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43A4A-8BD7-6BAB-0860-03991758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B3525-207B-85B5-A6F9-4249E6E66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E2580-AD1E-7441-DB2D-55A6E482F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1C98A-8D93-4FF1-BBCB-46512A5AE71B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D2B80-ED04-9ED9-0569-66A847498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406B0-064F-A2DB-08C2-317EF77F7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99E02-DC12-4F3C-9F48-9C84B5A51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05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557C-20A0-E0E5-03A9-0ED321724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2116"/>
            <a:ext cx="9144000" cy="1543665"/>
          </a:xfrm>
        </p:spPr>
        <p:txBody>
          <a:bodyPr>
            <a:normAutofit/>
          </a:bodyPr>
          <a:lstStyle/>
          <a:p>
            <a:r>
              <a:rPr lang="en-US" sz="4400" b="1" dirty="0"/>
              <a:t>DATA ANALYTICS INTERNSHIP PORTFOLIO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0FF20-21BC-FCF7-0313-9ED324441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0128" y="3602038"/>
            <a:ext cx="4227871" cy="1107614"/>
          </a:xfrm>
        </p:spPr>
        <p:txBody>
          <a:bodyPr/>
          <a:lstStyle/>
          <a:p>
            <a:r>
              <a:rPr lang="en-US" b="1" u="sng" dirty="0"/>
              <a:t>PREPARED BY</a:t>
            </a:r>
            <a:r>
              <a:rPr lang="en-US" dirty="0"/>
              <a:t>: </a:t>
            </a:r>
            <a:r>
              <a:rPr lang="en-US" b="1" i="1" dirty="0"/>
              <a:t>Sariya Fathima</a:t>
            </a:r>
          </a:p>
          <a:p>
            <a:r>
              <a:rPr lang="en-US" b="1" dirty="0"/>
              <a:t>APEXPLANET INTERNSHIP.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5855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CB200-B90A-0B32-AB79-CAAF67BC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</a:t>
            </a:r>
            <a:r>
              <a:rPr lang="en-US" b="1" u="sng" dirty="0"/>
              <a:t>INTERNSHIP OVERVIEW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9CBE-A6BC-6CD2-4CB8-FFFAA3078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internship focused on understanding and applying the complete data analytics lifecycle.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Areas covered:</a:t>
            </a:r>
          </a:p>
          <a:p>
            <a:pPr marL="0" indent="0">
              <a:buNone/>
            </a:pPr>
            <a:r>
              <a:rPr lang="en-US" dirty="0"/>
              <a:t>• Data Cleaning</a:t>
            </a:r>
          </a:p>
          <a:p>
            <a:pPr marL="0" indent="0">
              <a:buNone/>
            </a:pPr>
            <a:r>
              <a:rPr lang="en-US" dirty="0"/>
              <a:t>• Data Analysis</a:t>
            </a:r>
          </a:p>
          <a:p>
            <a:pPr marL="0" indent="0">
              <a:buNone/>
            </a:pPr>
            <a:r>
              <a:rPr lang="en-US" dirty="0"/>
              <a:t>• Dashboarding</a:t>
            </a:r>
          </a:p>
          <a:p>
            <a:pPr marL="0" indent="0">
              <a:buNone/>
            </a:pPr>
            <a:r>
              <a:rPr lang="en-US" dirty="0"/>
              <a:t>• Business Intelligence</a:t>
            </a:r>
          </a:p>
          <a:p>
            <a:pPr marL="0" indent="0">
              <a:buNone/>
            </a:pPr>
            <a:r>
              <a:rPr lang="en-US" dirty="0"/>
              <a:t>• Storytelling</a:t>
            </a:r>
          </a:p>
          <a:p>
            <a:pPr marL="0" indent="0">
              <a:buNone/>
            </a:pPr>
            <a:r>
              <a:rPr lang="en-US" dirty="0"/>
              <a:t>• Portfolio Development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60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C29EE-4C7B-6C0A-1351-8F571443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</a:t>
            </a:r>
            <a:r>
              <a:rPr lang="en-US" b="1" u="sng" dirty="0"/>
              <a:t>TASK - 1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44755-4682-6E69-BE30-C6020FAA7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TASK 1: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u="sng" dirty="0"/>
              <a:t>“Data Immersion &amp; Wrangling”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--Activities:</a:t>
            </a:r>
          </a:p>
          <a:p>
            <a:pPr marL="0" indent="0">
              <a:buNone/>
            </a:pPr>
            <a:r>
              <a:rPr lang="en-US" dirty="0"/>
              <a:t>• Dataset Understanding </a:t>
            </a:r>
          </a:p>
          <a:p>
            <a:pPr marL="0" indent="0">
              <a:buNone/>
            </a:pPr>
            <a:r>
              <a:rPr lang="en-US" dirty="0"/>
              <a:t>• Cleaning, missing values handling</a:t>
            </a:r>
          </a:p>
          <a:p>
            <a:pPr marL="0" indent="0">
              <a:buNone/>
            </a:pPr>
            <a:r>
              <a:rPr lang="en-US" dirty="0"/>
              <a:t>• Feature Engineering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--Outcome:</a:t>
            </a:r>
          </a:p>
          <a:p>
            <a:pPr marL="0" indent="0">
              <a:buNone/>
            </a:pPr>
            <a:r>
              <a:rPr lang="en-US" b="1" dirty="0"/>
              <a:t>* </a:t>
            </a:r>
            <a:r>
              <a:rPr lang="en-US" dirty="0"/>
              <a:t>Analysis-ready dataset created.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53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FC49-91DB-C9AA-058B-9F79B809E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311"/>
            <a:ext cx="9144000" cy="776748"/>
          </a:xfrm>
        </p:spPr>
        <p:txBody>
          <a:bodyPr>
            <a:normAutofit/>
          </a:bodyPr>
          <a:lstStyle/>
          <a:p>
            <a:r>
              <a:rPr lang="en-US" sz="4400" b="1" u="sng" dirty="0"/>
              <a:t>TASK - 2</a:t>
            </a:r>
            <a:endParaRPr lang="en-IN" sz="44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0F288-7DE7-FAD1-882B-C5B4B2561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2" y="1425677"/>
            <a:ext cx="9920748" cy="4227871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Task 2:</a:t>
            </a:r>
          </a:p>
          <a:p>
            <a:pPr algn="l"/>
            <a:r>
              <a:rPr lang="en-US" sz="2000" b="1" dirty="0"/>
              <a:t>           “</a:t>
            </a:r>
            <a:r>
              <a:rPr lang="en-US" sz="2000" b="1" u="sng" dirty="0"/>
              <a:t>EDA &amp; Business Intelligence”</a:t>
            </a:r>
          </a:p>
          <a:p>
            <a:pPr algn="l"/>
            <a:r>
              <a:rPr lang="en-US" sz="2000" dirty="0"/>
              <a:t>Activities:</a:t>
            </a:r>
          </a:p>
          <a:p>
            <a:pPr algn="l"/>
            <a:r>
              <a:rPr lang="en-US" sz="2000" dirty="0"/>
              <a:t>• Statistical Analysis</a:t>
            </a:r>
          </a:p>
          <a:p>
            <a:pPr algn="l"/>
            <a:r>
              <a:rPr lang="en-US" sz="2000" dirty="0"/>
              <a:t>• SQL Queries</a:t>
            </a:r>
          </a:p>
          <a:p>
            <a:pPr algn="l"/>
            <a:r>
              <a:rPr lang="en-US" sz="2000" dirty="0"/>
              <a:t>• Trend Identification</a:t>
            </a:r>
          </a:p>
          <a:p>
            <a:pPr algn="l"/>
            <a:r>
              <a:rPr lang="en-US" sz="2000" dirty="0"/>
              <a:t>• Business Insights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Outcome:</a:t>
            </a:r>
          </a:p>
          <a:p>
            <a:pPr algn="l"/>
            <a:r>
              <a:rPr lang="en-US" sz="2000" dirty="0"/>
              <a:t>Business-focused analysis completed.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1109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9358-D169-4FB2-EBD7-CBC693D9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</a:t>
            </a:r>
            <a:r>
              <a:rPr lang="en-US" b="1" u="sng" dirty="0"/>
              <a:t>TASK - 3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0A43A-B074-EDF4-6B82-CD687E811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Task 3:</a:t>
            </a:r>
          </a:p>
          <a:p>
            <a:pPr marL="0" indent="0">
              <a:buNone/>
            </a:pPr>
            <a:r>
              <a:rPr lang="en-US" b="1" dirty="0"/>
              <a:t>           </a:t>
            </a:r>
            <a:r>
              <a:rPr lang="en-US" b="1" u="sng" dirty="0"/>
              <a:t>“Interactive Dashboard”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Activities:</a:t>
            </a:r>
          </a:p>
          <a:p>
            <a:pPr marL="0" indent="0">
              <a:buNone/>
            </a:pPr>
            <a:r>
              <a:rPr lang="en-US" dirty="0"/>
              <a:t>• KPI Design</a:t>
            </a:r>
          </a:p>
          <a:p>
            <a:pPr marL="0" indent="0">
              <a:buNone/>
            </a:pPr>
            <a:r>
              <a:rPr lang="en-US" dirty="0"/>
              <a:t>• Dashboard Building</a:t>
            </a:r>
          </a:p>
          <a:p>
            <a:pPr marL="0" indent="0">
              <a:buNone/>
            </a:pPr>
            <a:r>
              <a:rPr lang="en-US" dirty="0"/>
              <a:t>• Visual Reporting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Outcome:</a:t>
            </a:r>
          </a:p>
          <a:p>
            <a:r>
              <a:rPr lang="en-US" dirty="0"/>
              <a:t>Interactive dashboard developed.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69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FFEB-BF3C-BF56-AD3B-237EBC93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</a:t>
            </a:r>
            <a:r>
              <a:rPr lang="en-US" b="1" u="sng" dirty="0"/>
              <a:t>TASK - 4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599DD-40DF-C29E-2BB8-37EA14A2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Task 4: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b="1" u="sng" dirty="0"/>
              <a:t>“Data Storytelling”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Activities:</a:t>
            </a:r>
          </a:p>
          <a:p>
            <a:pPr marL="0" indent="0">
              <a:buNone/>
            </a:pPr>
            <a:r>
              <a:rPr lang="en-US" dirty="0"/>
              <a:t>• Business Story</a:t>
            </a:r>
          </a:p>
          <a:p>
            <a:pPr marL="0" indent="0">
              <a:buNone/>
            </a:pPr>
            <a:r>
              <a:rPr lang="en-US" dirty="0"/>
              <a:t>• Hypothesis Testing</a:t>
            </a:r>
          </a:p>
          <a:p>
            <a:pPr marL="0" indent="0">
              <a:buNone/>
            </a:pPr>
            <a:r>
              <a:rPr lang="en-US" dirty="0"/>
              <a:t>• Statistical Interpretation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Outcome:</a:t>
            </a:r>
          </a:p>
          <a:p>
            <a:r>
              <a:rPr lang="en-US" dirty="0"/>
              <a:t>Insights converted into recommendations.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6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96BF-38A6-E482-49FC-BEA625ADA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</a:t>
            </a:r>
            <a:r>
              <a:rPr lang="en-US" b="1" u="sng" dirty="0"/>
              <a:t>SKILLS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27A3B-BE94-282F-ECD5-7125C503B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129"/>
            <a:ext cx="10515600" cy="43088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u="sng" dirty="0"/>
              <a:t>TECHNICAL SKILLS:</a:t>
            </a:r>
          </a:p>
          <a:p>
            <a:pPr marL="0" indent="0">
              <a:buNone/>
            </a:pPr>
            <a:r>
              <a:rPr lang="en-US" dirty="0"/>
              <a:t>• Python</a:t>
            </a:r>
          </a:p>
          <a:p>
            <a:pPr marL="0" indent="0">
              <a:buNone/>
            </a:pPr>
            <a:r>
              <a:rPr lang="en-US" dirty="0"/>
              <a:t>• SQL</a:t>
            </a:r>
          </a:p>
          <a:p>
            <a:pPr marL="0" indent="0">
              <a:buNone/>
            </a:pPr>
            <a:r>
              <a:rPr lang="en-US" dirty="0"/>
              <a:t>• Pandas</a:t>
            </a:r>
          </a:p>
          <a:p>
            <a:pPr marL="0" indent="0">
              <a:buNone/>
            </a:pPr>
            <a:r>
              <a:rPr lang="en-US" dirty="0"/>
              <a:t>• Power BI</a:t>
            </a:r>
          </a:p>
          <a:p>
            <a:pPr marL="0" indent="0">
              <a:buNone/>
            </a:pPr>
            <a:r>
              <a:rPr lang="en-US" dirty="0"/>
              <a:t>• Data Visualization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SOFT SKILLS:</a:t>
            </a:r>
          </a:p>
          <a:p>
            <a:pPr marL="0" indent="0">
              <a:buNone/>
            </a:pPr>
            <a:r>
              <a:rPr lang="en-US" dirty="0"/>
              <a:t>• Communication</a:t>
            </a:r>
          </a:p>
          <a:p>
            <a:pPr marL="0" indent="0">
              <a:buNone/>
            </a:pPr>
            <a:r>
              <a:rPr lang="en-US" dirty="0"/>
              <a:t>• Problem Solving</a:t>
            </a:r>
          </a:p>
          <a:p>
            <a:pPr marL="0" indent="0">
              <a:buNone/>
            </a:pPr>
            <a:r>
              <a:rPr lang="en-US" dirty="0"/>
              <a:t>• Business Thinking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38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2A31-BADF-9055-728A-C074487E2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</a:t>
            </a:r>
            <a:r>
              <a:rPr lang="en-US" b="1" u="sng" dirty="0"/>
              <a:t>KEY LEARNINGS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1FB54-25FF-02B4-DEF1-2B21D994A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Data Processing</a:t>
            </a:r>
          </a:p>
          <a:p>
            <a:pPr marL="0" indent="0">
              <a:buNone/>
            </a:pPr>
            <a:r>
              <a:rPr lang="en-US" dirty="0"/>
              <a:t>• Dashboard Creation</a:t>
            </a:r>
          </a:p>
          <a:p>
            <a:pPr marL="0" indent="0">
              <a:buNone/>
            </a:pPr>
            <a:r>
              <a:rPr lang="en-US" dirty="0"/>
              <a:t>• Reporting</a:t>
            </a:r>
          </a:p>
          <a:p>
            <a:pPr marL="0" indent="0">
              <a:buNone/>
            </a:pPr>
            <a:r>
              <a:rPr lang="en-US" dirty="0"/>
              <a:t>• Analytical Thinking</a:t>
            </a:r>
          </a:p>
          <a:p>
            <a:pPr marL="0" indent="0">
              <a:buNone/>
            </a:pPr>
            <a:r>
              <a:rPr lang="en-US" dirty="0"/>
              <a:t>• Statistical Validation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49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9778-F22E-58F3-17A7-78E7E8DD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</a:t>
            </a:r>
            <a:r>
              <a:rPr lang="en-US" b="1" u="sng" dirty="0"/>
              <a:t>FINAL OUTCOME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3C806-2C1B-769F-DEEE-3C1116957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4877"/>
            <a:ext cx="10515600" cy="13961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Successfully completed all internship tasks and developed a professional Data Analytics Portfolio.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200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DDD35-6CED-11E5-CCEC-8BEF88BD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2052"/>
            <a:ext cx="10515600" cy="1750142"/>
          </a:xfrm>
        </p:spPr>
        <p:txBody>
          <a:bodyPr/>
          <a:lstStyle/>
          <a:p>
            <a:r>
              <a:rPr lang="en-US" dirty="0"/>
              <a:t>                            </a:t>
            </a:r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77E98-60D4-BED3-E274-D6D9AF9EC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6" y="2113935"/>
            <a:ext cx="10105103" cy="406302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                       Data Analytics Internship Portfolio.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05482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246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ANALYTICS INTERNSHIP PORTFOLIO</vt:lpstr>
      <vt:lpstr>                  INTERNSHIP OVERVIEW</vt:lpstr>
      <vt:lpstr>                                 TASK - 1</vt:lpstr>
      <vt:lpstr>TASK - 2</vt:lpstr>
      <vt:lpstr>                                  TASK - 3</vt:lpstr>
      <vt:lpstr>                                  TASK - 4</vt:lpstr>
      <vt:lpstr>                                   SKILLS</vt:lpstr>
      <vt:lpstr>                         KEY LEARNINGS</vt:lpstr>
      <vt:lpstr>                          FINAL OUTCOME</vt:lpstr>
      <vt:lpstr>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Sariya Fathima</dc:creator>
  <cp:lastModifiedBy>Sariya Fathima</cp:lastModifiedBy>
  <cp:revision>1</cp:revision>
  <dcterms:created xsi:type="dcterms:W3CDTF">2026-06-30T13:55:00Z</dcterms:created>
  <dcterms:modified xsi:type="dcterms:W3CDTF">2026-06-30T14:09:57Z</dcterms:modified>
</cp:coreProperties>
</file>